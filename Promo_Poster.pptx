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"/>
  </p:notesMasterIdLst>
  <p:sldIdLst>
    <p:sldId id="256" r:id="rId2"/>
    <p:sldId id="258" r:id="rId3"/>
    <p:sldId id="257" r:id="rId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EB3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250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9CAD23-7672-41A3-9F59-0F5306B312DD}" type="datetimeFigureOut">
              <a:rPr lang="en-GB" smtClean="0"/>
              <a:t>05/10/2026</a:t>
            </a:fld>
            <a:endParaRPr lang="en-GB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AB2E17-B607-4879-93AE-713AE6F2203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698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B2E17-B607-4879-93AE-713AE6F2203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6717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3286C-4C98-4104-A803-9D5BFA8F419F}" type="datetimeFigureOut">
              <a:rPr lang="en-GB" smtClean="0"/>
              <a:t>05/10/2026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53E46-163A-47F6-B936-F250AE66EFD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5337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3286C-4C98-4104-A803-9D5BFA8F419F}" type="datetimeFigureOut">
              <a:rPr lang="en-GB" smtClean="0"/>
              <a:t>05/10/2026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53E46-163A-47F6-B936-F250AE66EFD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243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3286C-4C98-4104-A803-9D5BFA8F419F}" type="datetimeFigureOut">
              <a:rPr lang="en-GB" smtClean="0"/>
              <a:t>05/10/2026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53E46-163A-47F6-B936-F250AE66EFD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6865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3286C-4C98-4104-A803-9D5BFA8F419F}" type="datetimeFigureOut">
              <a:rPr lang="en-GB" smtClean="0"/>
              <a:t>05/10/2026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53E46-163A-47F6-B936-F250AE66EFD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8614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3286C-4C98-4104-A803-9D5BFA8F419F}" type="datetimeFigureOut">
              <a:rPr lang="en-GB" smtClean="0"/>
              <a:t>05/10/2026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53E46-163A-47F6-B936-F250AE66EFD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5602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3286C-4C98-4104-A803-9D5BFA8F419F}" type="datetimeFigureOut">
              <a:rPr lang="en-GB" smtClean="0"/>
              <a:t>05/10/2026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53E46-163A-47F6-B936-F250AE66EFD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6158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3286C-4C98-4104-A803-9D5BFA8F419F}" type="datetimeFigureOut">
              <a:rPr lang="en-GB" smtClean="0"/>
              <a:t>05/10/2026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53E46-163A-47F6-B936-F250AE66EFD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3018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3286C-4C98-4104-A803-9D5BFA8F419F}" type="datetimeFigureOut">
              <a:rPr lang="en-GB" smtClean="0"/>
              <a:t>05/10/2026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53E46-163A-47F6-B936-F250AE66EFD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2015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3286C-4C98-4104-A803-9D5BFA8F419F}" type="datetimeFigureOut">
              <a:rPr lang="en-GB" smtClean="0"/>
              <a:t>05/10/2026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53E46-163A-47F6-B936-F250AE66EFD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5570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3286C-4C98-4104-A803-9D5BFA8F419F}" type="datetimeFigureOut">
              <a:rPr lang="en-GB" smtClean="0"/>
              <a:t>05/10/2026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53E46-163A-47F6-B936-F250AE66EFD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8186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3286C-4C98-4104-A803-9D5BFA8F419F}" type="datetimeFigureOut">
              <a:rPr lang="en-GB" smtClean="0"/>
              <a:t>05/10/2026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53E46-163A-47F6-B936-F250AE66EFD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021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D3286C-4C98-4104-A803-9D5BFA8F419F}" type="datetimeFigureOut">
              <a:rPr lang="en-GB" smtClean="0"/>
              <a:t>05/10/2026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553E46-163A-47F6-B936-F250AE66EFD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3114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D6F8DE23-0958-4420-D5C1-62E24E0D27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ADF9739-467A-8BDC-7A4F-13294D926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969371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7499FE3-4B42-89C0-C3F0-60317B915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43324" y="2850067"/>
            <a:ext cx="886648" cy="1260760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A095A857-434E-6DE6-5BC0-5203B91C27F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rcRect t="5962" r="32857" b="3219"/>
          <a:stretch>
            <a:fillRect/>
          </a:stretch>
        </p:blipFill>
        <p:spPr>
          <a:xfrm>
            <a:off x="-178549" y="0"/>
            <a:ext cx="3086341" cy="2212848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AC889635-A0CB-9953-74DC-48AE140E03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174" y="448056"/>
            <a:ext cx="1681885" cy="302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951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431E2-95F0-6402-5F84-3241B2617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A2B33EE-4529-D1A0-84B9-EC1AB0256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330" y="0"/>
            <a:ext cx="6984659" cy="99060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D06E2C5-8214-B3DB-B8A6-6159D56310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9054" y="7307897"/>
            <a:ext cx="1298865" cy="1298865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EB289262-BE51-0905-974B-434C43386092}"/>
              </a:ext>
            </a:extLst>
          </p:cNvPr>
          <p:cNvSpPr txBox="1"/>
          <p:nvPr/>
        </p:nvSpPr>
        <p:spPr>
          <a:xfrm>
            <a:off x="942403" y="8134038"/>
            <a:ext cx="3497095" cy="553998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Aptos SemiBold" panose="020B0004020202020204" pitchFamily="34" charset="0"/>
              </a:rPr>
              <a:t>Join leading researchers and innovators exploring the future of cardiovascular imaging; from advanced MRI and AI‑driven diagnostics to translational clinical applications</a:t>
            </a:r>
            <a:endParaRPr kumimoji="0" lang="en-GB" sz="1000" b="1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Aptos SemiBold" panose="020B000402020202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408B0C02-4EBE-17C2-6A8A-FE0858B5A7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404" y="7307897"/>
            <a:ext cx="3497095" cy="738823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EDDE47B6-E9D3-9B22-60A1-F3E2E6D049A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8547" b="-12696"/>
          <a:stretch>
            <a:fillRect/>
          </a:stretch>
        </p:blipFill>
        <p:spPr>
          <a:xfrm>
            <a:off x="1763647" y="4265356"/>
            <a:ext cx="3036953" cy="626558"/>
          </a:xfrm>
          <a:prstGeom prst="rect">
            <a:avLst/>
          </a:prstGeom>
        </p:spPr>
      </p:pic>
      <p:pic>
        <p:nvPicPr>
          <p:cNvPr id="2" name="Imagem 1" descr="Algarve Biomedical Center inaugura Unidade de Ressonância Magnética em Loulé">
            <a:extLst>
              <a:ext uri="{FF2B5EF4-FFF2-40B4-BE49-F238E27FC236}">
                <a16:creationId xmlns:a16="http://schemas.microsoft.com/office/drawing/2014/main" id="{F48278D6-DF60-58C4-C87C-263891CEE2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1888" y="9592056"/>
            <a:ext cx="558123" cy="3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480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39DEA5A-7695-17F5-6C8D-B59372AE0FE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6264"/>
          <a:stretch>
            <a:fillRect/>
          </a:stretch>
        </p:blipFill>
        <p:spPr>
          <a:xfrm>
            <a:off x="0" y="1"/>
            <a:ext cx="6858000" cy="231422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4EE6F27-BF26-8280-7CA0-07665CF41B6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-2500322" y="-321878"/>
            <a:ext cx="7373657" cy="482987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4F68DD48-F7B0-67BE-78D1-40FEAC7C120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rcRect t="13396"/>
          <a:stretch>
            <a:fillRect/>
          </a:stretch>
        </p:blipFill>
        <p:spPr>
          <a:xfrm>
            <a:off x="0" y="7591778"/>
            <a:ext cx="6858000" cy="2314222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D9ABA679-6FB9-EDCB-ED07-35D03E2E39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214" y="7883969"/>
            <a:ext cx="1298865" cy="1298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7501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158</TotalTime>
  <Words>25</Words>
  <Application>Microsoft Office PowerPoint</Application>
  <PresentationFormat>Papel A4 (210x297 mm)</PresentationFormat>
  <Paragraphs>2</Paragraphs>
  <Slides>3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Aptos SemiBold</vt:lpstr>
      <vt:lpstr>Arial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Teresa Correia</dc:creator>
  <cp:lastModifiedBy>Teresa Correia</cp:lastModifiedBy>
  <cp:revision>4</cp:revision>
  <dcterms:created xsi:type="dcterms:W3CDTF">2026-09-21T08:29:43Z</dcterms:created>
  <dcterms:modified xsi:type="dcterms:W3CDTF">2026-10-05T15:55:28Z</dcterms:modified>
</cp:coreProperties>
</file>